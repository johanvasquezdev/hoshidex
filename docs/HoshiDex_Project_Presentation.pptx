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790857b0f04680" /><Relationship Type="http://schemas.openxmlformats.org/officeDocument/2006/relationships/extended-properties" Target="/docProps/app.xml" Id="R9a40f5c2a92f45da" /><Relationship Type="http://schemas.openxmlformats.org/officeDocument/2006/relationships/officeDocument" Target="/ppt/presentation.xml" Id="Ref5d0189c46e4d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37a801bcef40ba"/>
  </p:sldMasterIdLst>
  <p:notesMasterIdLst>
    <p:notesMasterId xmlns:r="http://schemas.openxmlformats.org/officeDocument/2006/relationships" r:id="Rc57150c0e76a4b5f"/>
  </p:notesMasterIdLst>
  <p:sldIdLst>
    <p:sldId xmlns:r="http://schemas.openxmlformats.org/officeDocument/2006/relationships" id="256" r:id="R98630b318bb24675"/>
    <p:sldId xmlns:r="http://schemas.openxmlformats.org/officeDocument/2006/relationships" id="257" r:id="R6e465ce805394278"/>
    <p:sldId xmlns:r="http://schemas.openxmlformats.org/officeDocument/2006/relationships" id="258" r:id="Rddc677d2a0de42b6"/>
    <p:sldId xmlns:r="http://schemas.openxmlformats.org/officeDocument/2006/relationships" id="259" r:id="Ra4f6874dbe454e70"/>
    <p:sldId xmlns:r="http://schemas.openxmlformats.org/officeDocument/2006/relationships" id="260" r:id="R3601935957fd4f8d"/>
    <p:sldId xmlns:r="http://schemas.openxmlformats.org/officeDocument/2006/relationships" id="261" r:id="R5fe2fa99201d4a3d"/>
    <p:sldId xmlns:r="http://schemas.openxmlformats.org/officeDocument/2006/relationships" id="262" r:id="Rb86044829d5b401c"/>
    <p:sldId xmlns:r="http://schemas.openxmlformats.org/officeDocument/2006/relationships" id="263" r:id="R635ab57d430b4f0c"/>
    <p:sldId xmlns:r="http://schemas.openxmlformats.org/officeDocument/2006/relationships" id="264" r:id="R51bb0946dee5405f"/>
    <p:sldId xmlns:r="http://schemas.openxmlformats.org/officeDocument/2006/relationships" id="265" r:id="R4c8e5b552ca34a9a"/>
    <p:sldId xmlns:r="http://schemas.openxmlformats.org/officeDocument/2006/relationships" id="266" r:id="Rc064d318e3864697"/>
    <p:sldId xmlns:r="http://schemas.openxmlformats.org/officeDocument/2006/relationships" id="267" r:id="R4231856a03f743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b95234b1eb4c84" /><Relationship Type="http://schemas.openxmlformats.org/officeDocument/2006/relationships/slideMaster" Target="/ppt/slideMasters/slideMaster1.xml" Id="R1f37a801bcef40ba" /><Relationship Type="http://schemas.openxmlformats.org/officeDocument/2006/relationships/notesMaster" Target="/ppt/notesMasters/notesMaster1.xml" Id="Rc57150c0e76a4b5f" /><Relationship Type="http://schemas.openxmlformats.org/officeDocument/2006/relationships/presProps" Target="/ppt/presProps.xml" Id="Ra5a517570ac3476b" /><Relationship Type="http://schemas.openxmlformats.org/officeDocument/2006/relationships/viewProps" Target="/ppt/viewProps.xml" Id="Re837083e2ec2493e" /><Relationship Type="http://schemas.openxmlformats.org/officeDocument/2006/relationships/tableStyles" Target="/ppt/tableStyles.xml" Id="Re28f55d368434b70" /><Relationship Type="http://schemas.openxmlformats.org/officeDocument/2006/relationships/slide" Target="/ppt/slides/slide1.xml" Id="R98630b318bb24675" /><Relationship Type="http://schemas.openxmlformats.org/officeDocument/2006/relationships/slide" Target="/ppt/slides/slide2.xml" Id="R6e465ce805394278" /><Relationship Type="http://schemas.openxmlformats.org/officeDocument/2006/relationships/slide" Target="/ppt/slides/slide3.xml" Id="Rddc677d2a0de42b6" /><Relationship Type="http://schemas.openxmlformats.org/officeDocument/2006/relationships/slide" Target="/ppt/slides/slide4.xml" Id="Ra4f6874dbe454e70" /><Relationship Type="http://schemas.openxmlformats.org/officeDocument/2006/relationships/slide" Target="/ppt/slides/slide5.xml" Id="R3601935957fd4f8d" /><Relationship Type="http://schemas.openxmlformats.org/officeDocument/2006/relationships/slide" Target="/ppt/slides/slide6.xml" Id="R5fe2fa99201d4a3d" /><Relationship Type="http://schemas.openxmlformats.org/officeDocument/2006/relationships/slide" Target="/ppt/slides/slide7.xml" Id="Rb86044829d5b401c" /><Relationship Type="http://schemas.openxmlformats.org/officeDocument/2006/relationships/slide" Target="/ppt/slides/slide8.xml" Id="R635ab57d430b4f0c" /><Relationship Type="http://schemas.openxmlformats.org/officeDocument/2006/relationships/slide" Target="/ppt/slides/slide9.xml" Id="R51bb0946dee5405f" /><Relationship Type="http://schemas.openxmlformats.org/officeDocument/2006/relationships/slide" Target="/ppt/slides/slide10.xml" Id="R4c8e5b552ca34a9a" /><Relationship Type="http://schemas.openxmlformats.org/officeDocument/2006/relationships/slide" Target="/ppt/slides/slide11.xml" Id="Rc064d318e3864697" /><Relationship Type="http://schemas.openxmlformats.org/officeDocument/2006/relationships/slide" Target="/ppt/slides/slide12.xml" Id="R4231856a03f7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2449275d7041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4c612da394d69" /><Relationship Type="http://schemas.openxmlformats.org/officeDocument/2006/relationships/notesMaster" Target="/ppt/notesMasters/notesMaster1.xml" Id="R01498a045f78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772d7f3d304f51" /><Relationship Type="http://schemas.openxmlformats.org/officeDocument/2006/relationships/notesMaster" Target="/ppt/notesMasters/notesMaster1.xml" Id="R0c248ab52ca346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9bc3cf0bed4e5c" /><Relationship Type="http://schemas.openxmlformats.org/officeDocument/2006/relationships/notesMaster" Target="/ppt/notesMasters/notesMaster1.xml" Id="R2f7c33dad2f24a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f56100b25464f" /><Relationship Type="http://schemas.openxmlformats.org/officeDocument/2006/relationships/notesMaster" Target="/ppt/notesMasters/notesMaster1.xml" Id="R363fc822e64e43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c4e3dad9f499c" /><Relationship Type="http://schemas.openxmlformats.org/officeDocument/2006/relationships/notesMaster" Target="/ppt/notesMasters/notesMaster1.xml" Id="Rda90ee6f9dba4b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fe840ced1b4376" /><Relationship Type="http://schemas.openxmlformats.org/officeDocument/2006/relationships/notesMaster" Target="/ppt/notesMasters/notesMaster1.xml" Id="R5856c0a32a8a4a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0a23a6b2eb4e4d" /><Relationship Type="http://schemas.openxmlformats.org/officeDocument/2006/relationships/notesMaster" Target="/ppt/notesMasters/notesMaster1.xml" Id="R9f297740fa314d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000aa105704b6e" /><Relationship Type="http://schemas.openxmlformats.org/officeDocument/2006/relationships/notesMaster" Target="/ppt/notesMasters/notesMaster1.xml" Id="R4a34d46d2a0344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4f2b4843fc4afb" /><Relationship Type="http://schemas.openxmlformats.org/officeDocument/2006/relationships/notesMaster" Target="/ppt/notesMasters/notesMaster1.xml" Id="R6c628c972d024f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8bd793b6244a3f" /><Relationship Type="http://schemas.openxmlformats.org/officeDocument/2006/relationships/notesMaster" Target="/ppt/notesMasters/notesMaster1.xml" Id="R1c234e0e7cb04a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092e2d3c8c40ac" /><Relationship Type="http://schemas.openxmlformats.org/officeDocument/2006/relationships/notesMaster" Target="/ppt/notesMasters/notesMaster1.xml" Id="R9f984247ac1b40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c2701a9a06440b" /><Relationship Type="http://schemas.openxmlformats.org/officeDocument/2006/relationships/notesMaster" Target="/ppt/notesMasters/notesMaster1.xml" Id="R51af0f5c88d2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7889541ae4b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715ad95e45467b" /><Relationship Type="http://schemas.openxmlformats.org/officeDocument/2006/relationships/slideLayout" Target="/ppt/slideLayouts/slideLayout1.xml" Id="R2ce98a19c49a49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e98a19c49a49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0bb1a8f0c430d" /><Relationship Type="http://schemas.openxmlformats.org/officeDocument/2006/relationships/notesSlide" Target="/ppt/notesSlides/notesSlide1.xml" Id="R0980623aa66146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4d676a5974b63" /><Relationship Type="http://schemas.openxmlformats.org/officeDocument/2006/relationships/notesSlide" Target="/ppt/notesSlides/notesSlide2.xml" Id="R61ca7ac5341642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16c74bce94926" /><Relationship Type="http://schemas.openxmlformats.org/officeDocument/2006/relationships/notesSlide" Target="/ppt/notesSlides/notesSlide3.xml" Id="R5c0b35095ad24b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3f404631c4e6a" /><Relationship Type="http://schemas.openxmlformats.org/officeDocument/2006/relationships/notesSlide" Target="/ppt/notesSlides/notesSlide4.xml" Id="R711d5b7653264d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472086edf4d80" /><Relationship Type="http://schemas.openxmlformats.org/officeDocument/2006/relationships/notesSlide" Target="/ppt/notesSlides/notesSlide5.xml" Id="Ra98409e127f240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cbeea27464af4" /><Relationship Type="http://schemas.openxmlformats.org/officeDocument/2006/relationships/notesSlide" Target="/ppt/notesSlides/notesSlide6.xml" Id="Rea6062bcc2bc44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709a530574f65" /><Relationship Type="http://schemas.openxmlformats.org/officeDocument/2006/relationships/notesSlide" Target="/ppt/notesSlides/notesSlide7.xml" Id="Rbafb0a1371fc4f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62b431df84c19" /><Relationship Type="http://schemas.openxmlformats.org/officeDocument/2006/relationships/notesSlide" Target="/ppt/notesSlides/notesSlide8.xml" Id="Rcab693f3bd674d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ee01b880843a2" /><Relationship Type="http://schemas.openxmlformats.org/officeDocument/2006/relationships/notesSlide" Target="/ppt/notesSlides/notesSlide9.xml" Id="R1588b4cb6df844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d97de7f504bf2" /><Relationship Type="http://schemas.openxmlformats.org/officeDocument/2006/relationships/notesSlide" Target="/ppt/notesSlides/notesSlide10.xml" Id="Rbadb8e71b9d64d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68a153d204942" /><Relationship Type="http://schemas.openxmlformats.org/officeDocument/2006/relationships/notesSlide" Target="/ppt/notesSlides/notesSlide11.xml" Id="R2acf8444af5040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76996c01f44a5" /><Relationship Type="http://schemas.openxmlformats.org/officeDocument/2006/relationships/notesSlide" Target="/ppt/notesSlides/notesSlide12.xml" Id="R989ea490003f4f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B5CA1-A07D-49D5-8016-C6CC379E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6E9D3-4316-4023-9D7E-1BB571E3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A45EF-D08F-4015-8F7B-6A85CC06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043EE-DADA-4B44-A2D3-471E41D0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F1F5E-5FEF-4A43-BAEE-02C6951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modern Pokedex with a real product 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55D0F-5A90-495E-BB61-3E512F2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HoshiDex combines public discovery, managed catalog data, and media-ready ability showcases.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41B80-A4DB-4320-B0B2-AAEC5A5C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6551F-A614-457E-9DEC-9EF34BD3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24055-79B6-4140-A7E6-1395A3B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8DC08-6A82-46A1-986E-5A5A06F4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Encyclopedia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5D9A8-DFF1-410D-80CF-24FA2935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 polished browsing experience for exploring Pokemon, details, forms, abilities, stats, and evolution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971A6-0FEA-4203-8FDB-90344470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F3F0D-94AE-40E1-B35B-D262ADA8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3FDE8-EEFA-42F0-B973-251034C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18D1E-E2A2-4B94-A3C6-6D80B9E3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An admin-oriented catalog surface for managing Pokemon, regions, types, and showcase media assets.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3B885-544F-48B9-8BB9-B391A6B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1F4CB-14E9-4E09-8AAD-0A03BA35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EE105-3841-4D7D-9357-FDFFCF0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showcase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E6571-B4B7-420E-A2DF-164E8B34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 visual layer that can move from placeholders to real videos or 3D model assets.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E0F09-61F7-46D2-97AF-CA0C17EE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92823-99DC-4E88-AE01-9F6B26E3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21091940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20169-1DE3-4463-86E1-6DE6F887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4C773-C7DC-4BF4-A06B-71B1B4F6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718CD-BA0D-46A6-9485-7403451E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2583E-D106-4FF6-A7F6-019F6FCA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4FFCE-6DF9-452F-B1FD-FFCEFB70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app turns Pokemon data into an interactive discovery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CA0C-351D-4BC2-BF0C-D70D276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public experience focuses on exploration; the maintenance experience focuses on controlled content.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B9CE8-EA67-46BE-AF5A-3A681734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0D71F-AC73-429D-A419-7C77D2D6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A42AB-D048-42C7-BC7F-16B3332A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72B67-0563-4FA5-87EE-E56FAEA6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0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F4F56-5F28-490F-95F4-9118CB0A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Browse, search, filter, and compare Pokemon entries.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8DBC1-DE17-42F2-B72E-8ADEACF3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B381B-E5B2-438F-B355-859E2E10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B5DE0-972A-438C-B04E-B0771F04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052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E14F9-C080-4D4F-BA81-9CAF6716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Open detail pages with stats, abilities, forms, evolution, and visual sections.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9AA56-1498-4013-81D5-43ACFC45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618F6-BC6E-4DFC-A4CA-49BEA873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D34C3-EE19-4701-B6BF-3CE28814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0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Maintain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AC09E-D666-456D-ABF7-4DA4B355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Manage catalog records and attach media assets through dedicated UI screens.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2689E-D467-4F1A-938D-CFC1D99C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2D954-9FFC-4B72-83AB-5DF0C12F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5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6A232-F40F-46ED-BC26-7983A9FE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149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EF7E9-D8D2-453E-81D7-F4E78CBE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244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Render ability media as placeholder energy, video, or 3D model experiences.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847EC4-2FBF-4DDE-8D10-63C1BC4D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8851B-A5E5-4C4B-841A-9D8F6308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1784508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BACE2-FC06-4EA7-B996-4906ACAC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EC95A-BB80-4354-9F76-61A6FBAB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D99A6-8650-4333-A785-99632073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A5FA3-1FDB-424A-8181-43080390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WHAT IT HAS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17F6E-C89B-4B67-B829-C091DF5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HoshiDex includes the pieces needed for a portfolio-ready product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7E87A-6A87-401D-B781-C136551E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repository is structured around product experience, admin workflows, persistence options, and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E7B05-ECA7-411C-9B00-3E04AE9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E257-D6BB-4E53-B642-F62F2E2B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459C0-AA4F-4299-BFBC-41FEE136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FA869-23A9-4B4A-9F64-05CBC36F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0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0679D-79F3-496B-92F2-9BD56E62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Home Pokedex, detail pages, filters, comparison, and responsive layout.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8F0D4-9D6F-46A6-AB46-C89FBF59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AE27A-F3D2-4E83-8891-A274315B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502E6-36D6-47D0-A27B-A956B700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052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8B314-F541-4E4F-94F1-8D16F368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Maintenance screens for managed Pokemon content and media asset records.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F42CA-309C-4144-B121-11BECB2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CE477-F64D-4D5F-A68B-0A5D35C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87AF2-2EC9-4C51-9604-41AF80B1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0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C0D54-2F3A-4B47-B512-DA0F244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Hybrid live Pokemon data and managed catalog persistence options.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52ACA-3E7C-4BCD-95F9-27A8962D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39631-A438-4C4E-9A53-E4D5749C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5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2BE6A-F056-4E48-88B6-947C41C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149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0287A-4A4D-442E-8BCB-9BDD66F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244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Tests for core logic, normalizers, filters, compare behavior, and showcase mapping.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70945-AE48-4BA6-94F4-7687531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A7830-A96C-41C7-91B1-F92DE37C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2179987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66B5D-0076-4B95-9840-7FB45EC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3AC3-08A6-46C9-B864-074CAD6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8C310-4737-4843-8CE5-CFE9DD69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98D36-2C84-4077-8EE3-04D36624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BA87E-0C6D-43F2-8EDC-89AE16F0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stack balances modern UI, managed data, and interactive media.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D45E0-4E24-4901-8A00-6652E9FD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Each layer has a clear responsibility so the project can grow without a full rewrite.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B9F5A-01E3-42DE-9BBF-CE134C4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711AF-4CF4-4F8A-AC9F-66E958CD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32990-E90A-4EA2-86E3-09D2F993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ECDF8-F595-4A31-89E3-2E8F4832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4BFE1-01D9-481C-BD92-ABF9331A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Next.js, React, TypeScript, Tailwind CSS, Radix UI patterns, and lucide-react.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B317B-77DC-4F51-A7CB-45D95AE5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18916-0E42-4E44-B3A1-BFB62D02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718D6-57B2-467F-907A-1B3ABE59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and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14C95-6CCD-4AEE-BDC4-F391FC9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PokeAPI, TanStack Query, Supabase, Express, Sequelize, and Postgres.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57FE6-7E94-4B27-908B-DCD4B8F9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9FC1C-234D-4310-B1DA-7BAFD14A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18E66-CCD0-4C5E-9EE1-3F7AA5AC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and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DC8BE-8C69-4252-9643-1AB1BC01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Three.js, React Three Fiber, Drei, Vitest, and TypeScript verification.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9399F-B465-4350-B9DB-927C68E9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0DFF2-D3DB-48D8-B7D2-55DF029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3407303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A4347-A82B-4716-9B1B-731F7692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E11D7-F8E5-4238-A11D-1CFB12A1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4D425-4BCF-44CF-8D1F-01E399DC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5AB41-7331-49ED-979F-B71230D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ROADMAP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776D0-EFEF-4F17-8EF2-2C1AA96B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phase is production hardening and richer media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59463-F508-4418-AD77-FACFF68B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core architecture is already separated into public UI, maintenance UI, and media asset selection.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FCA45-DF5B-4AC9-83C3-78A6285C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F9B3B-05BA-4767-8E07-DBB678E5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E2EB1-40E6-4AD6-B77C-4CCE8534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26B83-C473-4AD3-AF82-F8D2624A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0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Secure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0073A-4DE1-4165-ACFB-6EFEB37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Add authenticated access and stricter permissions for maintenance screens.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AB81C-5FD1-48DB-924D-F2E91DE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FAE70-0C81-430D-AEBA-C6C6734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DF75-8C25-40F8-878B-6869333A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052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910F3-B3DB-48DB-80DA-C58D2CE7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Add upload, storage, and provenance checks for videos and model assets.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302D8-85F8-4D40-A0D5-B5620C3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61C50-FCF6-4395-940D-E094ED85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E6C12-2399-44A5-89B6-36DF3C1C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0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Deployment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33950-1E1B-4BF9-ADE1-D4AB8ECE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Add CI, deployment notes, and environment-specific setup documentation.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B2BC1-3070-4D6A-BBB8-1D430F1F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B458D-872C-41AB-AB92-12D2EF83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5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BCE52-933D-43DC-869C-B09A2D8D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149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 polish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70BC2-1003-4A33-9BAC-A4F17145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244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Expand screenshot coverage, empty states, and showcase presentation states.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1F71D-A22E-4955-8117-F077A708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C91BA3-B74A-43A6-AD6C-4B6606ED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679928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A2B9DE-6392-41EE-B74E-A472C95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9CACD-32AA-4C3A-9834-837622E3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B9C7B-D7FC-4284-A466-6EB03C46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2BFA4-4DE0-4A88-A739-EC9F1332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QUÉ 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ED3A3-1DB0-42C4-8E9F-4267063D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Pokedex moderno con estructura de producto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9C5DE-FAA8-4A56-A76C-B89A5B0B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HoshiDex combina descubrimiento público, datos administrados y showcases de habilidades listos para media.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7BCE6-0804-4D21-AC70-25A84D1A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1751B-5B82-4162-8109-B296FD74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43580-7EE1-4146-B6AC-8363BA8C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CC0D2-40C9-46ED-8082-642B39E1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Enciclopedia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29CA4-2D18-4E13-963A-4AC05302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Una experiencia visual para explorar Pokemon, detalles, formas, habilidades, estadísticas y evolución.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2D8E5-8A98-4BC8-B2F5-95FBDC9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5E69A-6064-4389-A014-9FE050DB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0DF61-1C0B-4C66-A2DD-C954E7D1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Mantenimiento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74F6D-1049-4336-954C-CA507E50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Una superficie administrativa para gestionar Pokemon, regiones, tipos y assets multimedia.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C4D19-444C-40CF-9FEB-604880E0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44717-94E4-4DA6-B400-53C03163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27E27-CB26-4F3A-B50B-91C81258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Showcase visual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E0C00-9DB7-4654-B4DC-0BDD431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Una capa visual que puede pasar de placeholders a videos o modelos 3D reales.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D6DDF-D485-4AEC-B05B-A96AC641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19341-E539-4B95-A988-4DB8D781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Español</a:t>
            </a:r>
          </a:p>
        </p:txBody>
      </p:sp>
    </p:spTree>
    <p:extLst>
      <p:ext uri="{BB962C8B-B14F-4D97-AF65-F5344CB8AC3E}">
        <p14:creationId xmlns:p14="http://schemas.microsoft.com/office/powerpoint/2010/main" val="4457116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25752-43CF-4995-AAD8-A3F83BA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32473-A6AA-4921-B638-97FE68A5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F031D-6870-4069-B2BC-66BE327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7FFAA-0227-413C-A965-9D09F00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QUÉ HACE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FA852-EA21-4540-8AAA-A4D2F6C0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app convierte datos Pokemon en un flujo interactivo de exploración.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9D851-C503-4046-96DD-CF84B4D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 experiencia pública se enfoca en descubrir; la experiencia administrativa se enfoca en controlar contenido.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696BE-DE25-4D8D-8347-570B4BF2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BC918-C47A-42DB-8204-4EABF53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CFAF5-64BD-4F6E-AAF2-D98FE36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9FCF3-1D0F-4FC6-AD1E-896BB081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0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Descubre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96FFD-851B-4340-8FED-385D5E7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Permite explorar, buscar, filtrar y comparar entradas de Pokemon.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2B161-B473-4856-9B41-A8EDBF6A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0C820-2560-4B71-8615-CAB7F5AB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26589-DB54-46E7-84E4-7DEC12A8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052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Inspecciona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6A7FD-2EF7-4D90-B8CF-2397B1A5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Muestra detalles con estadísticas, habilidades, formas, evolución y secciones visuales.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F2793-93A2-4A50-98CE-10191FDC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56432-A4EB-4EFD-8DD9-0F7048E7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90004-7D0D-43FC-B95C-61AFA149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0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Administra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07452-4917-4468-8A51-C8F0E86B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Gestiona registros del catálogo y asocia assets multimedia desde pantallas dedicadas.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B7CBC-CAD8-4A9A-B9E5-8F0473CC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68F58-D33E-4947-9C03-C3BE09E2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5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82BB2-963B-41C4-97D4-2F5C85D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149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ADA3F-C6E8-434D-8BDB-CA11C0E9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244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Renderiza media de habilidades como placeholder, video o experiencia con modelo 3D.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EF887-7242-429D-BBE3-6CC8A813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EFAB4-B372-4477-9916-9A98412B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Español</a:t>
            </a:r>
          </a:p>
        </p:txBody>
      </p:sp>
    </p:spTree>
    <p:extLst>
      <p:ext uri="{BB962C8B-B14F-4D97-AF65-F5344CB8AC3E}">
        <p14:creationId xmlns:p14="http://schemas.microsoft.com/office/powerpoint/2010/main" val="963807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EDC43B-BE0B-4E13-AE68-7F94CDC9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46072-7E71-4739-9D9B-BDAD8278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804FF-AD07-49F0-8C5D-3FE24160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37A1C-06AC-4126-967C-B4CDD15A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QUÉ TIENE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0CCA7-80C4-4694-8A9E-0290F20C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HoshiDex incluye las piezas para una demo de producto lista para portafolio.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6180E-7433-4347-B657-C36FD5D3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El repo está organizado alrededor de experiencia, mantenimiento, persistencia opcional y pruebas.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8ADF9-34AC-4ABC-A552-7060CE36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87F13-C1DC-42C3-941A-A79C348D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17E5D-34E6-4E42-B836-21493255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18AE0-5B5D-4211-8CA4-12E4D8B9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0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94836-237A-4221-9AA1-CE2EF035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Pokedex inicial, páginas de detalle, filtros, comparación y layout responsive.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6C6CA-D9C9-4297-8063-D266AD06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81163-1E06-4F5E-B1A1-ECD0127F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E0DA9-4333-46D5-AD1F-010F761E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052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AD50F-C623-4A1F-BEA7-0F455848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Pantallas de mantenimiento para contenido Pokemon y registros de media assets.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BDDBC-5F3F-41E0-A01E-2B0D684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660E2-286D-4893-9F79-F6C01E38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82C79-1353-47E6-B592-DC1FF19A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0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 de datos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89FFC-5DB0-411A-8098-813F14C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Datos vivos de Pokemon combinados con opciones de persistencia administrada.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B1908-8D69-420E-875D-8577FC28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4CF58-033C-4CF6-8F71-445D0EF8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5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5B6A0-BB22-420F-B22F-E95DE87F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149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 de calidad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7C07E-8277-42B1-A452-CB5FDC9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244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Pruebas para lógica central, normalización, filtros, comparación y showcase.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6DAA2-FD40-4E50-AA22-F2EC7FE7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C490F-F71C-4601-BF19-B34C3F0C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Español</a:t>
            </a:r>
          </a:p>
        </p:txBody>
      </p:sp>
    </p:spTree>
    <p:extLst>
      <p:ext uri="{BB962C8B-B14F-4D97-AF65-F5344CB8AC3E}">
        <p14:creationId xmlns:p14="http://schemas.microsoft.com/office/powerpoint/2010/main" val="10872078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CB3DE4-8045-4F4C-96AB-1A7F0C3A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B30D9-541F-4B12-B89B-ED8F63DA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97909-C042-46F9-B6CF-B80DB3C0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7789B-F070-4AA8-9B63-4F79F894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2A577-7976-424B-87E4-98F68BBF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El stack equilibra UI moderna, datos administrados y media interactiva.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9841D-C59B-41F4-94EC-BA6CD2AC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Cada capa tiene una responsabilidad clara para que el proyecto pueda crecer sin reescritura completa.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F1509-C3EC-44D5-B92A-A4AF7251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3251B-8299-4742-B751-AF06F697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1A1F1-E8A5-4882-A7D8-E6605B2C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F18CA-1B0C-4BC5-BA91-5337109A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0894B-CEC8-45D1-A24D-CFC273F8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Next.js, React, TypeScript, Tailwind CSS, patrones Radix UI y lucide-react.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A19AF-522D-4885-94D1-5E6059FF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B2BBD-38BD-4FDD-943B-9AAEE678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57A02-CF5E-41A5-B262-48708A59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y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E96B9-1E23-4AE9-8DE3-87D0B617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PokeAPI, TanStack Query, Supabase, Express, Sequelize y Postgres.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27151-E5EB-4227-B985-96523F9B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2194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4C0AF-4178-490E-8E3A-D7926E5E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219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98DA8-8CE5-4F04-A3CD-95212DB9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y calidad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F98DF-D857-494C-9C47-CCB087DD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Three.js, React Three Fiber, Drei, Vitest y verificación con TypeScript.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E3929-5C6D-4875-8013-9CC95921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BFBD1-E587-4910-8F4E-543CCDA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Español</a:t>
            </a:r>
          </a:p>
        </p:txBody>
      </p:sp>
    </p:spTree>
    <p:extLst>
      <p:ext uri="{BB962C8B-B14F-4D97-AF65-F5344CB8AC3E}">
        <p14:creationId xmlns:p14="http://schemas.microsoft.com/office/powerpoint/2010/main" val="8209704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000C3-9B1E-420E-B767-37392692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400F1-F7B6-41E5-A80E-14EAAEB1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2447C-157A-4C20-B40C-F88FB955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79DBD-D4E2-4D20-BF88-2414EE5A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IDEAS PARA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BC80B-8EC7-4425-88B2-3828F456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siguiente fase es hardening de producción y media más robusta.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CD712-999C-4FF5-8A15-6F2CD67A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 arquitectura ya separa UI pública, UI administrativa y selección de media assets.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2EFB2-7E44-4DD0-BAE8-D2A9501D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D3D99-F699-467E-90CE-D1483E6F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11DB1-922D-4E87-B220-A360774A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92ECF-89F1-4BB4-8C1F-1B3DB61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0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seguro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08FC3-207C-4B0F-8C3C-4487E78F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Agregar acceso autenticado y permisos más estrictos para mantenimiento.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B5A35-BDD3-4467-8D7E-264CE57C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80A14-BE96-4A74-9FEF-947E8D99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A9E05-B5C3-4C15-A143-DE83CAF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052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Storage de media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8B50F-413C-4358-97BD-9E327C96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Agregar upload, almacenamiento y validación de procedencia para videos y modelos.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3B10C-B16D-4CE5-A86C-425B2CF7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C09A2-2AB1-49B7-9EEE-12A7F6EB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68FD6-6EBF-487E-9729-36CAB720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0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Calidad de despliegue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06FEC-2900-49E1-A0C4-6A43BE14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Agregar CI, notas de despliegue y documentación por ambiente.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FD987-F07B-4784-A916-BCA5D7BA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0210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9525">
            <a:solidFill>
              <a:srgbClr val="2B40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38C48-1FF7-4EC3-AEEE-9A613117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5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8D7B8-C02F-4804-A8AE-DC1A13A6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149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Pulido visual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D399D-BF72-4D3A-9119-FCE346EF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244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Ampliar screenshots, estados vacíos y estados visuales del showcase.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5E22A-42C9-4998-AA6C-BA9826EA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78FD3-C546-42B3-BA2A-711878B7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15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Español</a:t>
            </a:r>
          </a:p>
        </p:txBody>
      </p:sp>
    </p:spTree>
    <p:extLst>
      <p:ext uri="{BB962C8B-B14F-4D97-AF65-F5344CB8AC3E}">
        <p14:creationId xmlns:p14="http://schemas.microsoft.com/office/powerpoint/2010/main" val="10976118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8DEA6-C7C9-4852-88C0-AE7AB095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D9DFA-BDFD-4CBA-AA63-99B64B9E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38CC0-4685-47C4-BE24-2C387BB0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2436E-5898-4FAF-9A3C-90661271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SCREENSHOT SPACES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4F1DB-CF36-42E2-9F47-A93BB9B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Reserved spaces for final product screenshots.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79142-F957-4954-87F0-E3C11456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 these frames for the core English walkthrough visuals.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0F6BD-5F6F-477F-8E1E-295E853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BDC3D-918E-4B9A-AFE9-CDBECAE8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EF4444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A00BE-5989-4C35-9F43-73A6E55D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8F810-F4B3-4431-9728-EACA3705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45DB1-1672-4875-9178-117707B1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Home and Pokedex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53BCF-6BCF-40F1-AB8E-218E94A1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Main discovery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083C5-8C84-43FF-8183-2341C39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22D3EE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4E903-A11A-4D70-884A-C8980108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4935E-B132-4943-BEAA-8CC4D635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861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83DB9-B887-495A-A719-5DFF924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62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Pokemon detail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C258E-2817-447B-900E-8F099313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Profile and stats 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8EA44-5AC7-4CAB-995F-2819C538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34D399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A3B5F-07B6-42C7-8CBA-D7A76BF4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BB08D-C2EF-4A14-905A-F6EB7E68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6DDF7-F569-4D84-AE63-8D9563E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Ability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FB07C-CB1D-43D0-8CA0-163FD5E0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Video or 3D model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FA044-01F9-4FD2-94C6-ECF6ECD9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F59E0B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B3618-A19C-4895-8D54-30C201C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10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51213-C270-4995-8C66-675BECF4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482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6610A-5C39-4E9D-9BAF-0561FF3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245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maintenance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57C25-8F29-4C64-8F5A-F279427E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531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Admin catalog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70D82F-D4DF-47E8-8DA6-513B7FCA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96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22D3EE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60EF5-B00D-462F-8691-F3514FDE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10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29F913-5186-411C-A546-C975188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482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DF444-7393-4FF0-84A0-1BE9AA8A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245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Maintenance 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F693C-C0D1-4E01-B0EB-AD69019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531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Create or edit workflow</a:t>
            </a:r>
          </a:p>
        </p:txBody>
      </p:sp>
    </p:spTree>
    <p:extLst>
      <p:ext uri="{BB962C8B-B14F-4D97-AF65-F5344CB8AC3E}">
        <p14:creationId xmlns:p14="http://schemas.microsoft.com/office/powerpoint/2010/main" val="6845132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FD4DB3-F757-4313-8089-AD513BC9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F4A00-93C9-4CAD-B189-E495DC60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72790-1177-4724-A13E-809E78C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4C04B-4C07-4882-ACA2-760B83AC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ESPACIOS PARA SCREENSHOTS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EB3B4-F8BA-49A0-BFFB-9C4AC60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Espacios reservados para capturas finales del producto.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099D9-42B1-4053-84BD-09426BAA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Usa estos marcos para la versión visual en español.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111B1-2469-4648-BA47-A3B24E15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HoshiDex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16142-8B42-44F0-B6A4-8E7D02B6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EF4444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61585-EA13-47ED-91EC-6C1F2CC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BA8AD-5ED8-4443-B52E-5998E819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D5A21-0280-4408-A7B5-83B4F24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Inicio y Pokedex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10D84-C629-4A4E-A875-268249FA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Experiencia principal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1A74F-0AD7-4213-AB4C-534D06A8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22D3EE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8C9E3-521A-45C4-AFA4-CB1D1285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20E0D-4883-414C-9331-2A07259C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861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99040-EB29-4DC1-948E-F484741E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62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Detalle Pokemon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E6167-EFC8-4F6F-A30A-D15346F2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Perfil y estadísticas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E7263-A626-4903-A461-503F5D1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34D399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56024-C2EC-425E-A7E8-CF44B7BC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D86BF-BE03-418F-8EE7-40C98504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3B340-8A55-48F6-936B-DF4517A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Showcase de habilidad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6C28B-41CF-4D56-A574-7B1032E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Estado con video o 3D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94794-DB88-4719-AF95-8D9B6947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196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F59E0B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D06C6-91F7-40BA-B11F-DBD4955E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10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02C96-BBBC-4A32-B9CF-B563C10A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482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3F560-3485-4E93-B772-54E70CC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245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Mantenimiento media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B135C-6E63-4A1F-9263-9A827CD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531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Flujo administrativo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0C2F8-DBEC-4533-9EAF-08A50D95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96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F1C2F"/>
          </a:solidFill>
          <a:ln xmlns:a="http://schemas.openxmlformats.org/drawingml/2006/main" w="19050">
            <a:solidFill>
              <a:srgbClr val="22D3EE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406D1-F8DB-4DF4-8DA1-839165A4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101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2"/>
          </a:solidFill>
          <a:ln xmlns:a="http://schemas.openxmlformats.org/drawingml/2006/main" w="9525">
            <a:solidFill>
              <a:srgbClr val="2232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6E0287-A607-4E78-BA27-B5D19CD3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482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B1052-27F9-473D-B6DD-7163191C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245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Formulario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08E3C-97A7-45C7-BA97-5432F39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531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Crear o editar contenido</a:t>
            </a:r>
          </a:p>
        </p:txBody>
      </p:sp>
    </p:spTree>
    <p:extLst>
      <p:ext uri="{BB962C8B-B14F-4D97-AF65-F5344CB8AC3E}">
        <p14:creationId xmlns:p14="http://schemas.microsoft.com/office/powerpoint/2010/main" val="1022840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2026-06-09T08:19:18.5520000Z</dcterms:created>
  <dcterms:modified xsi:type="dcterms:W3CDTF">2026-06-09T08:19:18.5520000Z</dcterms:modified>
</coreProperties>
</file>